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1d6c2ad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41d6c2ad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41d6c2ad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41d6c2ad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41d6c2ad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41d6c2ad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41d6c2ad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41d6c2ad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41d6c2ad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41d6c2ad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41d6c2ad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41d6c2ad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41d6c2ad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41d6c2ad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41d6c2ad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41d6c2ad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41d6c2ad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41d6c2ad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3676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975"/>
            <a:ext cx="9355302" cy="52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225" y="21025"/>
            <a:ext cx="921937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325" y="0"/>
            <a:ext cx="928691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08"/>
            <a:ext cx="9144001" cy="5126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392302" cy="521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31376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4211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6231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0"/>
            <a:ext cx="9389451" cy="528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5275" y="0"/>
            <a:ext cx="923403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